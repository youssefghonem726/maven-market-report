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by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Weekly Revenue Trending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Current Month Returns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30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Location Sales Contribution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Current Month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Current Month Profits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 to Dashboard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6a004ac9-c65f-4577-b474-367c798ff7ae?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ba2bb11de9f24b03" /><Relationship Type="http://schemas.openxmlformats.org/officeDocument/2006/relationships/slideLayout" Target="/ppt/slideLayouts/slideLayout8.xml" Id="Rfe36a597229d4aa5" /><Relationship Type="http://schemas.openxmlformats.org/officeDocument/2006/relationships/hyperlink" Target="https://app.powerbi.com/groups/me/reports/6a004ac9-c65f-4577-b474-367c798ff7ae/?pbi_source=PowerPoint" TargetMode="External" Id="RelId0" /><Relationship Type="http://schemas.openxmlformats.org/officeDocument/2006/relationships/image" Target="/ppt/media/image4.png" Id="imgId589514715"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d9213aee11c749f3" /><Relationship Type="http://schemas.openxmlformats.org/officeDocument/2006/relationships/slideLayout" Target="/ppt/slideLayouts/slideLayout8.xml" Id="Rd312cfbdb5cf4179" /><Relationship Type="http://schemas.openxmlformats.org/officeDocument/2006/relationships/hyperlink" Target="https://app.powerbi.com/groups/me/reports/6a004ac9-c65f-4577-b474-367c798ff7ae/?pbi_source=PowerPoint" TargetMode="External" Id="RelId1" /><Relationship Type="http://schemas.openxmlformats.org/officeDocument/2006/relationships/image" Target="/ppt/media/image5.png" Id="imgId58951471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Maven Market_Report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22/02/2026 03:28:41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22/02/2026 03:24:58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Sales by Location ,Weekly Revenue Trending ,Current Month Returns ,TOP 30 Products ,Location Sales Contribution ,Current Month Orders ,Current Month Profits ,slicer ,Revenue vs. Target ,Dat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58951471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Topline Performance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actionButton ,Back to Dashboard ,actionButton ,actionButton ,textbox ,textbox ,textbox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58951471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Key Performance Highlights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